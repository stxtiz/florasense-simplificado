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58" r:id="rId5"/>
    <p:sldId id="259" r:id="rId6"/>
    <p:sldId id="262" r:id="rId7"/>
    <p:sldId id="260" r:id="rId8"/>
    <p:sldId id="263" r:id="rId9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8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FAAB0A-61A6-F808-D723-99A74381C1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476001-8F84-3504-F9F2-408619EAE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05EA68-DC99-3BCF-9801-EDA8A69B7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F74B-B917-4E4D-963A-52517794FA46}" type="datetimeFigureOut">
              <a:rPr lang="es-CL" smtClean="0"/>
              <a:t>19-08-2026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FFCD52-1AF8-16F1-3D60-C9632F3EC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1ED990E-6689-C454-80F4-7A3AF2626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EB9CA-EC39-45F1-B634-C1D4C961EE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54994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8935F7-26E7-1179-B76E-B9CE5B702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355B90-E241-5751-9C31-28541C8AE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6BD479-072C-72D9-AEE0-01F4FD4B8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F74B-B917-4E4D-963A-52517794FA46}" type="datetimeFigureOut">
              <a:rPr lang="es-CL" smtClean="0"/>
              <a:t>19-08-2026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FF1B529-DB5D-9944-7683-598813D08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65F0B0-D9BB-09AC-DC2D-A88621D06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EB9CA-EC39-45F1-B634-C1D4C961EE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1675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2B0987-E7ED-7B3E-8941-3C5F85125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B0AAA4B-26DB-42B6-4CAF-2E037519C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25B0DE-5607-366E-D27A-262EA5847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F74B-B917-4E4D-963A-52517794FA46}" type="datetimeFigureOut">
              <a:rPr lang="es-CL" smtClean="0"/>
              <a:t>19-08-2026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092E2E-AFEE-C3A4-EDCF-39A0A8A10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748981-1DA8-F93B-7A13-2C5A0BF28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EB9CA-EC39-45F1-B634-C1D4C961EE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33605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5807A5-513F-882E-B962-68B66221C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92BE71-9449-74FB-E858-7DFAEF3294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C2F4B76-3694-E41D-B879-122BEA718E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CF7086D-DD96-5D9A-BCE7-4F1BF13EB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F74B-B917-4E4D-963A-52517794FA46}" type="datetimeFigureOut">
              <a:rPr lang="es-CL" smtClean="0"/>
              <a:t>19-08-2026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59C20A9-8C3B-A39B-6F43-7A86D66A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5459C43-C90D-341E-5BF9-7C98EA55B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EB9CA-EC39-45F1-B634-C1D4C961EE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11886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3DFA3F-4708-D1ED-C07B-EACEE003F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47B2BD-7120-1FF0-6748-622E2DE9F6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FEC6EE2-9867-F1D1-EC30-971E93F614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83E8407-C974-59EC-8965-5F8A9E8413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102FEEA-4EA8-3F38-63ED-8917F3DF77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044C5C0-137A-3BFB-F7A9-433717D16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F74B-B917-4E4D-963A-52517794FA46}" type="datetimeFigureOut">
              <a:rPr lang="es-CL" smtClean="0"/>
              <a:t>19-08-2026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747F7FC-3A00-CB28-5DC4-41E188378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6B7D71B-A868-E210-6D1B-C86D10C7F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EB9CA-EC39-45F1-B634-C1D4C961EE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20160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206C80-4091-1F9F-92E6-D3A4B1961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081BD3D-6E65-A39E-C7B3-104918607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F74B-B917-4E4D-963A-52517794FA46}" type="datetimeFigureOut">
              <a:rPr lang="es-CL" smtClean="0"/>
              <a:t>19-08-2026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FBBD026-B132-7B7C-7D8E-9356718B1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09FBC94-023A-2D62-3D31-DD8BA6D4E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EB9CA-EC39-45F1-B634-C1D4C961EE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08290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D02D62D-3CC6-F734-86A6-7313CBA67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F74B-B917-4E4D-963A-52517794FA46}" type="datetimeFigureOut">
              <a:rPr lang="es-CL" smtClean="0"/>
              <a:t>19-08-2026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F616D10-E410-0576-1DD0-D614FD281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461F559-BB4D-78D7-7BC2-F734C2379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EB9CA-EC39-45F1-B634-C1D4C961EE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93731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F42864-4CEB-80BC-1EC1-5D23441D5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9FFCBB-5C72-813C-DCF2-CC9101D30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B2E91B7-2F60-9DBC-7A4B-74DB95498A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194AC44-9634-9FBE-A5B2-76C462B52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F74B-B917-4E4D-963A-52517794FA46}" type="datetimeFigureOut">
              <a:rPr lang="es-CL" smtClean="0"/>
              <a:t>19-08-2026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34B0BF0-0DD8-4B52-46B9-395AAA852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FA45514-F2B4-0BAD-6E24-0BC3158C2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EB9CA-EC39-45F1-B634-C1D4C961EE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7495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1C4958-B10A-58B5-276D-C0C136219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52143F4-D035-9073-8D49-D8FC682B38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34CDE84-CCA8-135E-6654-1D23DDB787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CEBC989-17F3-C1A9-C0B3-BFF146DAD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F74B-B917-4E4D-963A-52517794FA46}" type="datetimeFigureOut">
              <a:rPr lang="es-CL" smtClean="0"/>
              <a:t>19-08-2026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1E6FE28-0399-72FC-D93E-A083B7510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A2E8314-FDE8-CC25-D10A-D43B7A033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EB9CA-EC39-45F1-B634-C1D4C961EE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17748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8906EE-DD34-B4C6-CAD1-CD6734542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4414218-DD47-38DC-F09E-3541BD878D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4D7B3E-3B86-417C-1B35-AFAB6DA2A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F74B-B917-4E4D-963A-52517794FA46}" type="datetimeFigureOut">
              <a:rPr lang="es-CL" smtClean="0"/>
              <a:t>19-08-2026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CEC52E-B6B3-0430-3A83-2106CA658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DA15131-8F0B-CD23-127C-0FD0F9A27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EB9CA-EC39-45F1-B634-C1D4C961EE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44460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E956BB2-58F1-E721-9BF1-9590E7A09C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8D37AEB-936D-6FE2-AD9D-8A6468A542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1D8AA4A-1D8B-2F6E-60CF-2E3765D20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F74B-B917-4E4D-963A-52517794FA46}" type="datetimeFigureOut">
              <a:rPr lang="es-CL" smtClean="0"/>
              <a:t>19-08-2026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91CE30-8D2B-3829-D3E0-689B93074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D84351-E8A7-B0D5-EC59-A5113C9B6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EB9CA-EC39-45F1-B634-C1D4C961EE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43387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03897A1-6090-E644-FC5E-EFA6497F2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05934F9-22A1-C1F2-7667-620B4664F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849BE3-1B0C-0112-17B8-849A84B9B3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CCF74B-B917-4E4D-963A-52517794FA46}" type="datetimeFigureOut">
              <a:rPr lang="es-CL" smtClean="0"/>
              <a:t>19-08-2026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1D7ABF-237A-7D12-BD62-0D0D71CC7D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B7A5DB-CB3B-8CB4-B26D-04B106C45C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BEB9CA-EC39-45F1-B634-C1D4C961EE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32369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85EF8DC-A9FF-C808-1BEE-8468AB5F8B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536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9DC91-8E4C-E713-DFDD-EDE0723AA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051A4A2-08C3-A531-108C-88B4A8705E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418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2A9EE-014A-CE68-B86A-7D550310E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3980AE1-08F2-1260-E54B-F18C2E38F0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628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516F3-6381-8B83-6F6E-612636AEE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D9C1695-CA7F-FA4B-772F-09ACE8CB47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432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8FE57-1431-6C84-814E-78B92BF9F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47CF012-1A07-8617-6B63-98870E9AE6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659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BAC79-2D12-24BD-76C1-5400D58A0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25BDB4B-8576-9501-177F-A8C226B32C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079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032DA-78D3-F7DC-8BC7-5A3D7C0D9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68EA12B-DCF2-9873-7798-41E0F3C734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722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F42B9-6158-6887-4F3D-190133340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D17B083-703E-0C85-7FA2-3E6715EFDC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9402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9f2c5b8-9188-4bc4-b101-05fbcef13b43}" enabled="1" method="Standard" siteId="{562d3f8f-0f81-4ea1-a088-aa80a781527e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0</Words>
  <Application>Microsoft Office PowerPoint</Application>
  <PresentationFormat>Panorámica</PresentationFormat>
  <Paragraphs>0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Jorge Cortes (DPO)</dc:creator>
  <cp:lastModifiedBy>Jorge Cortes (DPO)</cp:lastModifiedBy>
  <cp:revision>1</cp:revision>
  <dcterms:created xsi:type="dcterms:W3CDTF">2026-08-19T19:51:16Z</dcterms:created>
  <dcterms:modified xsi:type="dcterms:W3CDTF">2026-08-19T20:08:04Z</dcterms:modified>
</cp:coreProperties>
</file>