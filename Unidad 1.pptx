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  <p:sldId id="263" r:id="rId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55DFD-EAC9-23AA-FD19-52DCEEC8E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2A2C66-3230-E5B0-97CB-109619866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AB57F-0E9C-3755-78B4-7C5BF89C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D9C0-8C05-4FD2-AE66-5D967EACA388}" type="datetimeFigureOut">
              <a:rPr lang="es-CL" smtClean="0"/>
              <a:t>12-08-2026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0D0F4-05F2-06EB-B774-56AED7A4D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6571B6-3F1E-33BC-691F-FE572C914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7CD36-7EE0-4AD2-9EFD-C23F0AC8BD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321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12557-4B20-3A05-C6E5-4720E15F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9037B8-F002-5C3C-F832-93F8189F2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7D952D-CDCB-4351-C0D0-0F9D5ACE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D9C0-8C05-4FD2-AE66-5D967EACA388}" type="datetimeFigureOut">
              <a:rPr lang="es-CL" smtClean="0"/>
              <a:t>12-08-2026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F3D981-62B9-9BAF-A652-4E99CB1B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801B0A-B826-2400-DBA5-480A79B9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7CD36-7EE0-4AD2-9EFD-C23F0AC8BD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66326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E62EF-374B-A2B5-4C3A-E1EF9517C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ED52DE-9C5F-FEA6-F43B-4226B4AFA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D68996-4FE8-6202-A1AB-D421F2C75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D9C0-8C05-4FD2-AE66-5D967EACA388}" type="datetimeFigureOut">
              <a:rPr lang="es-CL" smtClean="0"/>
              <a:t>12-08-2026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A5B750-802A-49A6-B76F-1794A23BA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8FF32D-720F-25DB-F2C8-39AFDEE9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7CD36-7EE0-4AD2-9EFD-C23F0AC8BD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7000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F939A-2D26-83D8-EBA9-188D281D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9B8514-CFF5-D78B-0F43-CED5305B5E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BA394B-3260-F3AD-1D12-22E5E6421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D3B62B-3613-C4E0-FBEB-F414BEBE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D9C0-8C05-4FD2-AE66-5D967EACA388}" type="datetimeFigureOut">
              <a:rPr lang="es-CL" smtClean="0"/>
              <a:t>12-08-2026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2A4093-A12E-57DA-1B4A-812780C7B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525C4E-F5D5-1210-C8E3-BCC75BFA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7CD36-7EE0-4AD2-9EFD-C23F0AC8BD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372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AE6C4-185B-9DD6-DD92-D3BB459B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15A402-AAE4-D858-B6C7-4921C88CD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655945-9E67-EF3E-EA03-4378C71D5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7A5862F-905E-4A39-194F-FFE3706DB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0409AAB-C4BD-801C-5268-C715B1BCD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231E3D1-84EA-4427-A00D-6C8A6958F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D9C0-8C05-4FD2-AE66-5D967EACA388}" type="datetimeFigureOut">
              <a:rPr lang="es-CL" smtClean="0"/>
              <a:t>12-08-2026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B9F8688-47DF-D392-FBC1-B4CE1E2EF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AC6D9A-F286-0228-152D-DF1DFE9D8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7CD36-7EE0-4AD2-9EFD-C23F0AC8BD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843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5D87E-59FC-6D88-E2BF-7213D9DF8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DB4757-5005-1C4B-07B6-84AD5F1EB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D9C0-8C05-4FD2-AE66-5D967EACA388}" type="datetimeFigureOut">
              <a:rPr lang="es-CL" smtClean="0"/>
              <a:t>12-08-2026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B7C9986-8819-90FB-EAFC-1CED293D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AA08A33-350E-5233-BFD1-AD2685D8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7CD36-7EE0-4AD2-9EFD-C23F0AC8BD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056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28BCD2D-1220-4667-73B8-7DB50163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D9C0-8C05-4FD2-AE66-5D967EACA388}" type="datetimeFigureOut">
              <a:rPr lang="es-CL" smtClean="0"/>
              <a:t>12-08-2026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CEB9B8-64D3-6BA0-4A92-99DD2C2A5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C61BED-C48C-6A99-7EDD-6E6917F4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7CD36-7EE0-4AD2-9EFD-C23F0AC8BD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2085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4B272-A964-CDF7-DDC4-29F5108F0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B96269-9AF4-D40F-A438-44628F108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F6D8C3-FCFB-4721-D6B1-2C1DBA9A5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1EC586-CE39-1A28-7CC8-5A739762C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D9C0-8C05-4FD2-AE66-5D967EACA388}" type="datetimeFigureOut">
              <a:rPr lang="es-CL" smtClean="0"/>
              <a:t>12-08-2026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136DC9-C855-9AF7-52CD-C1AA8185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9763BE-9CD4-0E0B-EE4B-2A0A17B8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7CD36-7EE0-4AD2-9EFD-C23F0AC8BD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3501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6711E-F930-0ED0-AA57-9C04D5DCE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E1A200C-16CF-E8D7-7742-E2182C3F0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E4E2218-0169-D5DF-B9D7-6504E78E9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1A2BEF-D595-C35B-F8DE-7A3F407D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D9C0-8C05-4FD2-AE66-5D967EACA388}" type="datetimeFigureOut">
              <a:rPr lang="es-CL" smtClean="0"/>
              <a:t>12-08-2026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0FA2C9-FD51-EEDA-7E47-045A7ABA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1C2337-F3BE-5270-E5E0-7F04310D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7CD36-7EE0-4AD2-9EFD-C23F0AC8BD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6626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A25BA-F6E4-6DE0-97C1-9515626AF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1C8B96-3914-6A0D-6EF4-0467C6063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0A0110-836A-BD89-3831-465351F8A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D9C0-8C05-4FD2-AE66-5D967EACA388}" type="datetimeFigureOut">
              <a:rPr lang="es-CL" smtClean="0"/>
              <a:t>12-08-2026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D1F95E-499B-45F2-9550-51540F401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F7AD8B-95A7-3B9D-AE16-090C5AD5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7CD36-7EE0-4AD2-9EFD-C23F0AC8BD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445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8635F6-8E74-A6AE-09FB-4661B3E9C4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E0F6DF-1A26-7DBE-3642-2B9B94F0C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7BACD5-12DF-3AF5-3870-98BFAD9E0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D9C0-8C05-4FD2-AE66-5D967EACA388}" type="datetimeFigureOut">
              <a:rPr lang="es-CL" smtClean="0"/>
              <a:t>12-08-2026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FEDE7E-50D9-2942-B369-109B612D4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33D9FA-D55F-1EF1-3280-908B2F54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7CD36-7EE0-4AD2-9EFD-C23F0AC8BD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3315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87B3A66-BCCF-5DFC-14E3-3F04D27D3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6F1AAB-A95C-CCAC-E218-9D086F7C1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734821-FCD9-CC66-755C-181C06368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5D9C0-8C05-4FD2-AE66-5D967EACA388}" type="datetimeFigureOut">
              <a:rPr lang="es-CL" smtClean="0"/>
              <a:t>12-08-2026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96ECE1-C81E-6564-83CD-8804E32F7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91A57-D20D-C758-B758-3AF9E8DDE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7CD36-7EE0-4AD2-9EFD-C23F0AC8BD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282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0D9755-CE88-713F-5AA6-B4F5B168E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683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38806-8059-3A9E-86C8-88C57683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C88C781-A1A9-ABA0-07B0-1449BA75E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43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F8A5A-F3A5-384D-6514-79928BF07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CEFD94A-2CB2-F5F0-E5E3-0FF212D40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41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1BB13-6EF5-725E-6847-8405BF5AA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0E525C3-4851-EABB-B7EE-54BB1041B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92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FC676-0FBA-220C-5353-560A6EE57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4B5AB2-B0BC-E8D0-C9E1-85A6242C7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9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1A327-A41F-1BF8-9695-791A44AA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002BCD-54E2-4553-2A37-CD4E051D5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304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84DE4-2551-DF11-54D7-E44FC8F2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71B8F58-1303-6C93-AC03-9C71776A1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430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AEB5C-F4BE-19A5-DBA4-8C3B87519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52319F-AFAF-D363-84E4-45C1CB403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949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9f2c5b8-9188-4bc4-b101-05fbcef13b43}" enabled="1" method="Standard" siteId="{562d3f8f-0f81-4ea1-a088-aa80a781527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Cortes (DPO)</dc:creator>
  <cp:lastModifiedBy>Jorge Cortes (DPO)</cp:lastModifiedBy>
  <cp:revision>1</cp:revision>
  <dcterms:created xsi:type="dcterms:W3CDTF">2026-08-12T19:46:36Z</dcterms:created>
  <dcterms:modified xsi:type="dcterms:W3CDTF">2026-08-12T21:20:33Z</dcterms:modified>
</cp:coreProperties>
</file>